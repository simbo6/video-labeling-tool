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36b2a798d84fbe" /><Relationship Type="http://schemas.openxmlformats.org/officeDocument/2006/relationships/extended-properties" Target="/docProps/app.xml" Id="Rd9cb6625a69f4465" /><Relationship Type="http://schemas.openxmlformats.org/officeDocument/2006/relationships/officeDocument" Target="/ppt/presentation.xml" Id="R5ec9867b6d2b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fc5d308ab145b3"/>
  </p:sldMasterIdLst>
  <p:notesMasterIdLst>
    <p:notesMasterId xmlns:r="http://schemas.openxmlformats.org/officeDocument/2006/relationships" r:id="R33042b93c4724b75"/>
  </p:notesMasterIdLst>
  <p:sldIdLst>
    <p:sldId xmlns:r="http://schemas.openxmlformats.org/officeDocument/2006/relationships" id="256" r:id="R502be0918c6747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03c58c8a1242cc" /><Relationship Type="http://schemas.openxmlformats.org/officeDocument/2006/relationships/slideMaster" Target="/ppt/slideMasters/slideMaster1.xml" Id="Recfc5d308ab145b3" /><Relationship Type="http://schemas.openxmlformats.org/officeDocument/2006/relationships/notesMaster" Target="/ppt/notesMasters/notesMaster1.xml" Id="R33042b93c4724b75" /><Relationship Type="http://schemas.openxmlformats.org/officeDocument/2006/relationships/presProps" Target="/ppt/presProps.xml" Id="R94d3d21062604864" /><Relationship Type="http://schemas.openxmlformats.org/officeDocument/2006/relationships/tableStyles" Target="/ppt/tableStyles.xml" Id="Rd667ea3b440b4ade" /><Relationship Type="http://schemas.openxmlformats.org/officeDocument/2006/relationships/slide" Target="/ppt/slides/slide1.xml" Id="R502be0918c67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12aae408f40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f26d6e90a74ad9" /><Relationship Type="http://schemas.openxmlformats.org/officeDocument/2006/relationships/notesMaster" Target="/ppt/notesMasters/notesMaster1.xml" Id="R04c8437d90304e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e197936dd45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80c07a76864370" /><Relationship Type="http://schemas.openxmlformats.org/officeDocument/2006/relationships/slideLayout" Target="/ppt/slideLayouts/slideLayout1.xml" Id="R624901af639e4a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4901af639e4a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5f301e7904289" /><Relationship Type="http://schemas.openxmlformats.org/officeDocument/2006/relationships/notesSlide" Target="/ppt/notesSlides/notesSlide1.xml" Id="Rb9d7f73058074e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iagram-boundary">
            <a:extLst xmlns:a="http://schemas.openxmlformats.org/drawingml/2006/main">
              <a:ext uri="{FF2B5EF4-FFF2-40B4-BE49-F238E27FC236}">
                <a16:creationId xmlns:a16="http://schemas.microsoft.com/office/drawing/2014/main" id="{FE8A96CB-C468-4AAE-8D4C-64F9D940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11430000" cy="5715000"/>
          </a:xfrm>
          <a:prstGeom xmlns:a="http://schemas.openxmlformats.org/drawingml/2006/main" prst="roundRect">
            <a:avLst>
              <a:gd name="adj" fmla="val 133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F81BD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CC2092-CB13-480C-86F9-AF6DA8DA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系统总体功能模块设计图</a:t>
            </a:r>
          </a:p>
        </p:txBody>
      </p:sp>
      <p:sp>
        <p:nvSpPr>
          <p:cNvPr id="3" name="root-system">
            <a:extLst xmlns:a="http://schemas.openxmlformats.org/drawingml/2006/main">
              <a:ext uri="{FF2B5EF4-FFF2-40B4-BE49-F238E27FC236}">
                <a16:creationId xmlns:a16="http://schemas.microsoft.com/office/drawing/2014/main" id="{E33A5F50-74D6-4865-A4D8-F4089F40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38200"/>
            <a:ext cx="3238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9050">
            <a:solidFill>
              <a:srgbClr val="2F559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癫痫腕表数据标注平台</a:t>
            </a:r>
          </a:p>
        </p:txBody>
      </p:sp>
      <p:sp>
        <p:nvSpPr>
          <p:cNvPr id="4" name="module-1">
            <a:extLst xmlns:a="http://schemas.openxmlformats.org/drawingml/2006/main">
              <a:ext uri="{FF2B5EF4-FFF2-40B4-BE49-F238E27FC236}">
                <a16:creationId xmlns:a16="http://schemas.microsoft.com/office/drawing/2014/main" id="{616571B0-18F2-4C49-9A41-94155F5B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18097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C6E0B4"/>
          </a:solidFill>
          <a:ln xmlns:a="http://schemas.openxmlformats.org/drawingml/2006/main" w="17145">
            <a:solidFill>
              <a:srgbClr val="70AD4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63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用户与项目</a:t>
            </a:r>
          </a:p>
          <a:p xmlns:a="http://schemas.openxmlformats.org/drawingml/2006/main">
            <a:pPr algn="ctr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管理模块</a:t>
            </a:r>
          </a:p>
        </p:txBody>
      </p:sp>
      <p:cxnSp>
        <p:nvCxnSpPr>
          <p:cNvPr id="59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1428750" y="1390650"/>
            <a:ext cx="466725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F81BD"/>
            </a:solidFill>
            <a:prstDash val="solid"/>
          </a:ln>
        </p:spPr>
      </p:cxnSp>
      <p:sp>
        <p:nvSpPr>
          <p:cNvPr id="6" name="module-1-item-1">
            <a:extLst xmlns:a="http://schemas.openxmlformats.org/drawingml/2006/main">
              <a:ext uri="{FF2B5EF4-FFF2-40B4-BE49-F238E27FC236}">
                <a16:creationId xmlns:a16="http://schemas.microsoft.com/office/drawing/2014/main" id="{F18954D8-BCD0-42C3-846D-009FA3D8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用户注册/登录</a:t>
            </a:r>
          </a:p>
        </p:txBody>
      </p:sp>
      <p:cxnSp>
        <p:nvCxnSpPr>
          <p:cNvPr id="61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428750" y="23717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8" name="module-1-item-2">
            <a:extLst xmlns:a="http://schemas.openxmlformats.org/drawingml/2006/main">
              <a:ext uri="{FF2B5EF4-FFF2-40B4-BE49-F238E27FC236}">
                <a16:creationId xmlns:a16="http://schemas.microsoft.com/office/drawing/2014/main" id="{784A1098-F5F9-487A-A8BA-3E70966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创建项目</a:t>
            </a:r>
          </a:p>
        </p:txBody>
      </p:sp>
      <p:cxnSp>
        <p:nvCxnSpPr>
          <p:cNvPr id="63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428750" y="237172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10" name="module-1-item-3">
            <a:extLst xmlns:a="http://schemas.openxmlformats.org/drawingml/2006/main">
              <a:ext uri="{FF2B5EF4-FFF2-40B4-BE49-F238E27FC236}">
                <a16:creationId xmlns:a16="http://schemas.microsoft.com/office/drawing/2014/main" id="{E2295FCA-5B82-4615-B211-8216C8C2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编辑/删除项目</a:t>
            </a:r>
          </a:p>
        </p:txBody>
      </p:sp>
      <p:cxnSp>
        <p:nvCxnSpPr>
          <p:cNvPr id="65" name=""/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428750" y="2371725"/>
            <a:ext cx="0" cy="19145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12" name="module-1-item-4">
            <a:extLst xmlns:a="http://schemas.openxmlformats.org/drawingml/2006/main">
              <a:ext uri="{FF2B5EF4-FFF2-40B4-BE49-F238E27FC236}">
                <a16:creationId xmlns:a16="http://schemas.microsoft.com/office/drawing/2014/main" id="{CE191D3F-1E65-46DF-A55F-6B5FBE56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项目查看</a:t>
            </a:r>
          </a:p>
        </p:txBody>
      </p:sp>
      <p:cxnSp>
        <p:nvCxnSpPr>
          <p:cNvPr id="67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428750" y="2371725"/>
            <a:ext cx="0" cy="26955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14" name="module-2">
            <a:extLst xmlns:a="http://schemas.openxmlformats.org/drawingml/2006/main">
              <a:ext uri="{FF2B5EF4-FFF2-40B4-BE49-F238E27FC236}">
                <a16:creationId xmlns:a16="http://schemas.microsoft.com/office/drawing/2014/main" id="{80D6FEE4-70CC-4D64-9936-F24E329D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18097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C6E0B4"/>
          </a:solidFill>
          <a:ln xmlns:a="http://schemas.openxmlformats.org/drawingml/2006/main" w="17145">
            <a:solidFill>
              <a:srgbClr val="70AD4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63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资料导入与</a:t>
            </a:r>
          </a:p>
          <a:p xmlns:a="http://schemas.openxmlformats.org/drawingml/2006/main">
            <a:pPr algn="ctr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时间提取模块</a:t>
            </a:r>
          </a:p>
        </p:txBody>
      </p:sp>
      <p:cxnSp>
        <p:nvCxnSpPr>
          <p:cNvPr id="69" name=""/>
          <p:cNvCxnSpPr>
            <a:stCxn xmlns:a="http://schemas.openxmlformats.org/drawingml/2006/main" id="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667125" y="1390650"/>
            <a:ext cx="2428875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F81BD"/>
            </a:solidFill>
            <a:prstDash val="solid"/>
          </a:ln>
        </p:spPr>
      </p:cxnSp>
      <p:sp>
        <p:nvSpPr>
          <p:cNvPr id="16" name="module-2-item-1">
            <a:extLst xmlns:a="http://schemas.openxmlformats.org/drawingml/2006/main">
              <a:ext uri="{FF2B5EF4-FFF2-40B4-BE49-F238E27FC236}">
                <a16:creationId xmlns:a16="http://schemas.microsoft.com/office/drawing/2014/main" id="{C984C48C-7263-4226-BA57-44066140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241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录入患者基本信息</a:t>
            </a:r>
          </a:p>
        </p:txBody>
      </p:sp>
      <p:cxnSp>
        <p:nvCxnSpPr>
          <p:cNvPr id="71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667125" y="23717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18" name="module-2-item-2">
            <a:extLst xmlns:a="http://schemas.openxmlformats.org/drawingml/2006/main">
              <a:ext uri="{FF2B5EF4-FFF2-40B4-BE49-F238E27FC236}">
                <a16:creationId xmlns:a16="http://schemas.microsoft.com/office/drawing/2014/main" id="{B0B9F018-C297-4347-8A09-B287CC2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052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导入视频/腕表数据</a:t>
            </a:r>
          </a:p>
        </p:txBody>
      </p:sp>
      <p:cxnSp>
        <p:nvCxnSpPr>
          <p:cNvPr id="73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67125" y="237172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20" name="module-2-item-3">
            <a:extLst xmlns:a="http://schemas.openxmlformats.org/drawingml/2006/main">
              <a:ext uri="{FF2B5EF4-FFF2-40B4-BE49-F238E27FC236}">
                <a16:creationId xmlns:a16="http://schemas.microsoft.com/office/drawing/2014/main" id="{89522F0D-08C6-427C-BFD4-619E402B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862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采样率设置与保存</a:t>
            </a:r>
          </a:p>
        </p:txBody>
      </p:sp>
      <p:cxnSp>
        <p:nvCxnSpPr>
          <p:cNvPr id="75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667125" y="2371725"/>
            <a:ext cx="0" cy="19145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22" name="module-2-item-4">
            <a:extLst xmlns:a="http://schemas.openxmlformats.org/drawingml/2006/main">
              <a:ext uri="{FF2B5EF4-FFF2-40B4-BE49-F238E27FC236}">
                <a16:creationId xmlns:a16="http://schemas.microsoft.com/office/drawing/2014/main" id="{E85292CF-BA88-4CF1-9D14-80DB75EE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673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提取时间并回写项目</a:t>
            </a:r>
          </a:p>
        </p:txBody>
      </p:sp>
      <p:cxnSp>
        <p:nvCxnSpPr>
          <p:cNvPr id="77" name=""/>
          <p:cNvCxnSpPr>
            <a:stCxn xmlns:a="http://schemas.openxmlformats.org/drawingml/2006/main" id="14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667125" y="2371725"/>
            <a:ext cx="0" cy="26955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24" name="module-3">
            <a:extLst xmlns:a="http://schemas.openxmlformats.org/drawingml/2006/main">
              <a:ext uri="{FF2B5EF4-FFF2-40B4-BE49-F238E27FC236}">
                <a16:creationId xmlns:a16="http://schemas.microsoft.com/office/drawing/2014/main" id="{B1AA6B62-4754-4D31-9F3C-B72E453A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62125"/>
            <a:ext cx="18097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C6E0B4"/>
          </a:solidFill>
          <a:ln xmlns:a="http://schemas.openxmlformats.org/drawingml/2006/main" w="17145">
            <a:solidFill>
              <a:srgbClr val="70AD4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63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对齐与信号</a:t>
            </a:r>
          </a:p>
          <a:p xmlns:a="http://schemas.openxmlformats.org/drawingml/2006/main">
            <a:pPr algn="ctr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浏览模块</a:t>
            </a:r>
          </a:p>
        </p:txBody>
      </p:sp>
      <p:cxnSp>
        <p:nvCxnSpPr>
          <p:cNvPr id="79" name=""/>
          <p:cNvCxnSpPr>
            <a:stCxn xmlns:a="http://schemas.openxmlformats.org/drawingml/2006/main" id="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5905500" y="1390650"/>
            <a:ext cx="19050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F81BD"/>
            </a:solidFill>
            <a:prstDash val="solid"/>
          </a:ln>
        </p:spPr>
      </p:cxnSp>
      <p:sp>
        <p:nvSpPr>
          <p:cNvPr id="26" name="module-3-item-1">
            <a:extLst xmlns:a="http://schemas.openxmlformats.org/drawingml/2006/main">
              <a:ext uri="{FF2B5EF4-FFF2-40B4-BE49-F238E27FC236}">
                <a16:creationId xmlns:a16="http://schemas.microsoft.com/office/drawing/2014/main" id="{B6897131-DA08-4489-A7A2-9505D117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241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播放/暂停/拖动视频</a:t>
            </a:r>
          </a:p>
        </p:txBody>
      </p:sp>
      <p:cxnSp>
        <p:nvCxnSpPr>
          <p:cNvPr id="81" name=""/>
          <p:cNvCxnSpPr>
            <a:stCxn xmlns:a="http://schemas.openxmlformats.org/drawingml/2006/main" id="24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5905500" y="23717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28" name="module-3-item-2">
            <a:extLst xmlns:a="http://schemas.openxmlformats.org/drawingml/2006/main">
              <a:ext uri="{FF2B5EF4-FFF2-40B4-BE49-F238E27FC236}">
                <a16:creationId xmlns:a16="http://schemas.microsoft.com/office/drawing/2014/main" id="{16E671F3-10D2-49FC-BC9F-BF5BB0B7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052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浏览波形与能量轴</a:t>
            </a:r>
          </a:p>
        </p:txBody>
      </p:sp>
      <p:cxnSp>
        <p:nvCxnSpPr>
          <p:cNvPr id="83" name=""/>
          <p:cNvCxnSpPr>
            <a:stCxn xmlns:a="http://schemas.openxmlformats.org/drawingml/2006/main" id="24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5905500" y="237172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30" name="module-3-item-3">
            <a:extLst xmlns:a="http://schemas.openxmlformats.org/drawingml/2006/main">
              <a:ext uri="{FF2B5EF4-FFF2-40B4-BE49-F238E27FC236}">
                <a16:creationId xmlns:a16="http://schemas.microsoft.com/office/drawing/2014/main" id="{6CF43C3F-4DAF-489F-BF31-545B473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862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选择模态并设置滤波</a:t>
            </a:r>
          </a:p>
        </p:txBody>
      </p:sp>
      <p:cxnSp>
        <p:nvCxnSpPr>
          <p:cNvPr id="85" name=""/>
          <p:cNvCxnSpPr>
            <a:stCxn xmlns:a="http://schemas.openxmlformats.org/drawingml/2006/main" id="24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905500" y="2371725"/>
            <a:ext cx="0" cy="19145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32" name="module-3-item-4">
            <a:extLst xmlns:a="http://schemas.openxmlformats.org/drawingml/2006/main">
              <a:ext uri="{FF2B5EF4-FFF2-40B4-BE49-F238E27FC236}">
                <a16:creationId xmlns:a16="http://schemas.microsoft.com/office/drawing/2014/main" id="{854DCC3E-F424-411A-872E-A04AA1CC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673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自动/手动偏移对齐</a:t>
            </a:r>
          </a:p>
        </p:txBody>
      </p:sp>
      <p:cxnSp>
        <p:nvCxnSpPr>
          <p:cNvPr id="87" name=""/>
          <p:cNvCxnSpPr>
            <a:stCxn xmlns:a="http://schemas.openxmlformats.org/drawingml/2006/main" id="24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5905500" y="2371725"/>
            <a:ext cx="0" cy="26955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34" name="module-4">
            <a:extLst xmlns:a="http://schemas.openxmlformats.org/drawingml/2006/main">
              <a:ext uri="{FF2B5EF4-FFF2-40B4-BE49-F238E27FC236}">
                <a16:creationId xmlns:a16="http://schemas.microsoft.com/office/drawing/2014/main" id="{2E9A9B6C-E6EB-488E-9F6B-E0191DC4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18097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C6E0B4"/>
          </a:solidFill>
          <a:ln xmlns:a="http://schemas.openxmlformats.org/drawingml/2006/main" w="17145">
            <a:solidFill>
              <a:srgbClr val="70AD4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标注作业模块</a:t>
            </a:r>
          </a:p>
        </p:txBody>
      </p:sp>
      <p:cxnSp>
        <p:nvCxnSpPr>
          <p:cNvPr id="89" name=""/>
          <p:cNvCxnSpPr>
            <a:stCxn xmlns:a="http://schemas.openxmlformats.org/drawingml/2006/main" id="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096000" y="1390650"/>
            <a:ext cx="2047875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F81BD"/>
            </a:solidFill>
            <a:prstDash val="solid"/>
          </a:ln>
        </p:spPr>
      </p:cxnSp>
      <p:sp>
        <p:nvSpPr>
          <p:cNvPr id="36" name="module-4-item-1">
            <a:extLst xmlns:a="http://schemas.openxmlformats.org/drawingml/2006/main">
              <a:ext uri="{FF2B5EF4-FFF2-40B4-BE49-F238E27FC236}">
                <a16:creationId xmlns:a16="http://schemas.microsoft.com/office/drawing/2014/main" id="{1BA9B347-B413-4E38-BF9A-A9850B43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241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标注类型管理</a:t>
            </a:r>
          </a:p>
        </p:txBody>
      </p:sp>
      <p:cxnSp>
        <p:nvCxnSpPr>
          <p:cNvPr id="91" name="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143875" y="23717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38" name="module-4-item-2">
            <a:extLst xmlns:a="http://schemas.openxmlformats.org/drawingml/2006/main">
              <a:ext uri="{FF2B5EF4-FFF2-40B4-BE49-F238E27FC236}">
                <a16:creationId xmlns:a16="http://schemas.microsoft.com/office/drawing/2014/main" id="{9188E799-8873-49A5-ACA9-273E4D5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5052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标记开始/结束时间</a:t>
            </a:r>
          </a:p>
        </p:txBody>
      </p:sp>
      <p:cxnSp>
        <p:nvCxnSpPr>
          <p:cNvPr id="93" name=""/>
          <p:cNvCxnSpPr>
            <a:stCxn xmlns:a="http://schemas.openxmlformats.org/drawingml/2006/main" id="3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143875" y="237172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40" name="module-4-item-3">
            <a:extLst xmlns:a="http://schemas.openxmlformats.org/drawingml/2006/main">
              <a:ext uri="{FF2B5EF4-FFF2-40B4-BE49-F238E27FC236}">
                <a16:creationId xmlns:a16="http://schemas.microsoft.com/office/drawing/2014/main" id="{13C7177A-8E23-492E-B5CD-21AC759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862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拖拽框选标注区间</a:t>
            </a:r>
          </a:p>
        </p:txBody>
      </p:sp>
      <p:cxnSp>
        <p:nvCxnSpPr>
          <p:cNvPr id="95" name=""/>
          <p:cNvCxnSpPr>
            <a:stCxn xmlns:a="http://schemas.openxmlformats.org/drawingml/2006/main" id="34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8143875" y="2371725"/>
            <a:ext cx="0" cy="19145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42" name="module-4-item-4">
            <a:extLst xmlns:a="http://schemas.openxmlformats.org/drawingml/2006/main">
              <a:ext uri="{FF2B5EF4-FFF2-40B4-BE49-F238E27FC236}">
                <a16:creationId xmlns:a16="http://schemas.microsoft.com/office/drawing/2014/main" id="{24D71353-B56C-42A9-9D1A-B2F18082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0673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保存/删除标注</a:t>
            </a:r>
          </a:p>
        </p:txBody>
      </p:sp>
      <p:cxnSp>
        <p:nvCxnSpPr>
          <p:cNvPr id="97" name=""/>
          <p:cNvCxnSpPr>
            <a:stCxn xmlns:a="http://schemas.openxmlformats.org/drawingml/2006/main" id="34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143875" y="2371725"/>
            <a:ext cx="0" cy="26955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44" name="module-5">
            <a:extLst xmlns:a="http://schemas.openxmlformats.org/drawingml/2006/main">
              <a:ext uri="{FF2B5EF4-FFF2-40B4-BE49-F238E27FC236}">
                <a16:creationId xmlns:a16="http://schemas.microsoft.com/office/drawing/2014/main" id="{38A6AC5C-BA61-42A8-AA82-EC0155B0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62125"/>
            <a:ext cx="18097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C6E0B4"/>
          </a:solidFill>
          <a:ln xmlns:a="http://schemas.openxmlformats.org/drawingml/2006/main" w="17145">
            <a:solidFill>
              <a:srgbClr val="70AD47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标注记录模块</a:t>
            </a:r>
          </a:p>
        </p:txBody>
      </p:sp>
      <p:cxnSp>
        <p:nvCxnSpPr>
          <p:cNvPr id="99" name=""/>
          <p:cNvCxnSpPr>
            <a:stCxn xmlns:a="http://schemas.openxmlformats.org/drawingml/2006/main" id="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6096000" y="1390650"/>
            <a:ext cx="428625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F81BD"/>
            </a:solidFill>
            <a:prstDash val="solid"/>
          </a:ln>
        </p:spPr>
      </p:cxnSp>
      <p:sp>
        <p:nvSpPr>
          <p:cNvPr id="46" name="module-5-item-1">
            <a:extLst xmlns:a="http://schemas.openxmlformats.org/drawingml/2006/main">
              <a:ext uri="{FF2B5EF4-FFF2-40B4-BE49-F238E27FC236}">
                <a16:creationId xmlns:a16="http://schemas.microsoft.com/office/drawing/2014/main" id="{46ECB79D-57D2-4595-8512-F97DE0A4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241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查看项目标注记录</a:t>
            </a:r>
          </a:p>
        </p:txBody>
      </p:sp>
      <p:cxnSp>
        <p:nvCxnSpPr>
          <p:cNvPr id="101" name=""/>
          <p:cNvCxnSpPr>
            <a:stCxn xmlns:a="http://schemas.openxmlformats.org/drawingml/2006/main" id="44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10382250" y="23717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48" name="module-5-item-2">
            <a:extLst xmlns:a="http://schemas.openxmlformats.org/drawingml/2006/main">
              <a:ext uri="{FF2B5EF4-FFF2-40B4-BE49-F238E27FC236}">
                <a16:creationId xmlns:a16="http://schemas.microsoft.com/office/drawing/2014/main" id="{6284F9CF-FBCC-4109-8435-61A54D74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052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显示起止时间</a:t>
            </a:r>
          </a:p>
        </p:txBody>
      </p:sp>
      <p:cxnSp>
        <p:nvCxnSpPr>
          <p:cNvPr id="103" name=""/>
          <p:cNvCxnSpPr>
            <a:stCxn xmlns:a="http://schemas.openxmlformats.org/drawingml/2006/main" id="44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10382250" y="237172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50" name="module-5-item-3">
            <a:extLst xmlns:a="http://schemas.openxmlformats.org/drawingml/2006/main">
              <a:ext uri="{FF2B5EF4-FFF2-40B4-BE49-F238E27FC236}">
                <a16:creationId xmlns:a16="http://schemas.microsoft.com/office/drawing/2014/main" id="{369B98AF-1088-49D5-BDC4-1E36F63D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8625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显示持续时间</a:t>
            </a:r>
          </a:p>
        </p:txBody>
      </p:sp>
      <p:cxnSp>
        <p:nvCxnSpPr>
          <p:cNvPr id="105" name=""/>
          <p:cNvCxnSpPr>
            <a:stCxn xmlns:a="http://schemas.openxmlformats.org/drawingml/2006/main" id="44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10382250" y="2371725"/>
            <a:ext cx="0" cy="19145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52" name="module-5-item-4">
            <a:extLst xmlns:a="http://schemas.openxmlformats.org/drawingml/2006/main">
              <a:ext uri="{FF2B5EF4-FFF2-40B4-BE49-F238E27FC236}">
                <a16:creationId xmlns:a16="http://schemas.microsoft.com/office/drawing/2014/main" id="{2DB9772C-4CA7-4D27-869C-CDC2D733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67300"/>
            <a:ext cx="16764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4B183"/>
          </a:solidFill>
          <a:ln xmlns:a="http://schemas.openxmlformats.org/drawingml/2006/main" w="11430">
            <a:solidFill>
              <a:srgbClr val="C55A11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按项目查询历史标注</a:t>
            </a:r>
          </a:p>
        </p:txBody>
      </p:sp>
      <p:cxnSp>
        <p:nvCxnSpPr>
          <p:cNvPr id="107" name=""/>
          <p:cNvCxnSpPr>
            <a:stCxn xmlns:a="http://schemas.openxmlformats.org/drawingml/2006/main" id="44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0382250" y="2371725"/>
            <a:ext cx="0" cy="26955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F81BD"/>
            </a:solidFill>
            <a:prstDash val="solid"/>
          </a:ln>
        </p:spPr>
      </p:cxnSp>
      <p:sp>
        <p:nvSpPr>
          <p:cNvPr id="54" name="caption">
            <a:extLst xmlns:a="http://schemas.openxmlformats.org/drawingml/2006/main">
              <a:ext uri="{FF2B5EF4-FFF2-40B4-BE49-F238E27FC236}">
                <a16:creationId xmlns:a16="http://schemas.microsoft.com/office/drawing/2014/main" id="{ECF29CCA-04B1-4CB4-B7DE-B6194046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400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 4-1 系统总体功能模块设计图</a:t>
            </a:r>
          </a:p>
        </p:txBody>
      </p:sp>
    </p:spTree>
    <p:extLst>
      <p:ext uri="{BB962C8B-B14F-4D97-AF65-F5344CB8AC3E}">
        <p14:creationId xmlns:p14="http://schemas.microsoft.com/office/powerpoint/2010/main" val="1179563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2026-06-30T13:00:13.7960000Z</dcterms:created>
  <dcterms:modified xsi:type="dcterms:W3CDTF">2026-06-30T13:00:13.7960000Z</dcterms:modified>
</coreProperties>
</file>